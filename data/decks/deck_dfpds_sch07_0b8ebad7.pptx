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312055Z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312055Z AUG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312055Z AUG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312055Z AUG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312055Z AUG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